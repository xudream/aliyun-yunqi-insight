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云栖 2026 语音专场：重塑交互入口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Qwen-Audio-3.1 三大系列（ASR / TTS / Realtime）+ 行业落地 · 2026 云栖大会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55080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语音模型齐发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87768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87768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最高降价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0456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0456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端侧硬件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60120"/>
            <a:ext cx="100584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93268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语音相关议题与内容清单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207008"/>
            <a:ext cx="48646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24358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千问语音大模型专场（9/23 下午）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1463040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"重塑交互入口，释放声音生产力" —— 语音 AI 的官方发布场（李先刚 · Qwen Audio 负责人）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1810512"/>
            <a:ext cx="48646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84708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三大系列全面升级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2066544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ASR（五款模型家族）· TTS（全声景生成）· Realtime（全双工 + 开源实践）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414016"/>
            <a:ext cx="48646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45059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价格最高降 95%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2670048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语音模型调用成本大幅下探 —— 同一能力更便宜，利好规模化落地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48646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054096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Realtime 开源实践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327355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"全双工实时语音交互技术与开源实践"（Realtime Harness 分层架构对外开放）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621024"/>
            <a:ext cx="48646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65760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行业落地（专场下半场）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2336" y="3877056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得到大脑 · 网易雷火（游戏 AI 队友）· 人民日报 · 广汽座舱 · 容联云 Voice Agent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21808" y="960120"/>
            <a:ext cx="100584" cy="137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77256" y="9326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大会发布图：阿里巴巴 AI 大模型全景图</a:t>
            </a:r>
            <a:endParaRPr lang="en-US" sz="1050" dirty="0"/>
          </a:p>
        </p:txBody>
      </p:sp>
      <p:pic>
        <p:nvPicPr>
          <p:cNvPr id="30" name="Image 0" descr="/tmp/yq_voice/c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207008"/>
            <a:ext cx="3566160" cy="221284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21808" y="34564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来源：2026 云栖大会官方发布图（含 Qwen3.8-LiveTranslate 同传模型、Qwen3.8-Omni 全模态）</a:t>
            </a:r>
            <a:endParaRPr lang="en-US" sz="650" dirty="0"/>
          </a:p>
        </p:txBody>
      </p:sp>
      <p:pic>
        <p:nvPicPr>
          <p:cNvPr id="32" name="Image 1" descr="/tmp/yq_voice/p_keynote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3694176"/>
            <a:ext cx="1719072" cy="658368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150608" y="3694176"/>
            <a:ext cx="1737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223760" y="374904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语音议题主线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系统层发布 → 模型层三系列 → 端侧硬件承接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32"/>
          <p:cNvSpPr/>
          <p:nvPr/>
        </p:nvSpPr>
        <p:spPr>
          <a:xfrm>
            <a:off x="228600" y="45445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语音已是「真实世界智能体」的入口卡位：三大系列 + 五款 ASR 模型家族 + 端侧硬件把交互入口铺满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说明：Realtime 系列已开放（Realtime Harness 开源实践）；ASR/TTS 经阿里云百炼以 API 提供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Qwen-Audio-3.1-ASR：从「转写」到「理解」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五款模型家族的语音智能 · 千问语音大模型专场（9/23）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55080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模型家族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87768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87768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能力选型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0456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非流式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0456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旗舰形态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41832"/>
            <a:ext cx="100584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9144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152144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2070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官方发布「Qwen-Audio-3.1 模型家族」共五款，按业务场景与音频能力选型；能力从「语音识别」延伸到「泛音频理解」。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01368"/>
            <a:ext cx="100584" cy="137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17739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展开洞察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07568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五款模型：按场景选型（官方选型表）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28600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①ASR-Flash-Filetrans（异步高并发·长音频转写）②ASR-Flash-Streaming（低延迟流式）③ASR-Flash-Message（输入法场景）④ASR-Flash（识别+分角色转写）⑤ASR-Next（统一音频理解大模型）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825496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能力维度：六列选型表（识别→理解）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303580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官方能力列：语音识别 / 分角色转写 / 泛音频理解 / 上下文 / 热词 / 调色——前四款聚焦识别，旗舰 ASR-Next 才支持「泛音频理解」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575304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场景外溢：客服 / 审核 / 工业三受益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378561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情绪识别（客服质检）、环境声与违禁声（内容审核）、机械声异常（工业巡检）——原本靠专用小模型的能力，现由统一音频理解模型承接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321808" y="1801368"/>
            <a:ext cx="100584" cy="137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1773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大会现场图（官方 PPT）</a:t>
            </a:r>
            <a:endParaRPr lang="en-US" sz="1050" dirty="0"/>
          </a:p>
        </p:txBody>
      </p:sp>
      <p:pic>
        <p:nvPicPr>
          <p:cNvPr id="28" name="Image 0" descr="/tmp/yq_voice/c_as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2029968"/>
            <a:ext cx="3566160" cy="18470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21808" y="39136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千问语音大模型专场现场：Qwen-Audio-3.1 模型家族 —— 五款模型，按业务场景与音频能力选型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8"/>
          <p:cNvSpPr/>
          <p:nvPr/>
        </p:nvSpPr>
        <p:spPr>
          <a:xfrm>
            <a:off x="228600" y="45445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的边界被重新定义：输入侧从「单模态文本」扩为「多维度音频语义」，并用「五款模型」把场景覆盖做实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Qwen-Audio-3.1-TTS：从语音表达到全声景生成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音频创作模型的第 4 代迭代 · 千问语音大模型专场（9/23）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55080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迭代谱系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87768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全声景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87768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生成目标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0456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0456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脚本直入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41832"/>
            <a:ext cx="100584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9144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152144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2070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已演进到第 4 代（Qwen-Audio-3.1-TTS-Next）：从「真实语音表达」扩展到「全声景生成」——一段脚本直接生成融合对白与环境声的完整音频。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01368"/>
            <a:ext cx="100584" cy="1371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17739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展开洞察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07568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迭代谱系：四代演进（官方 PPT）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28600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Qwen2-Audio-TTS → Qwen3-TTS → Qwen3.5-Audio-TTS → Qwen-Audio-3.1-TTS-Next，每一代都在扩展可控维度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825496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架构级重构：不是参数微调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303580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官方单列一页讲「Qwen-Audio-TTS 模型架构升级」——说明本代是架构级重做，能力上限随之抬升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575304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能力扩展：从「读文本」到「生成场景音频」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378561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TTS 只输出人声朗读；本代把对白与环境声一次性融合生成，等于把「配音+音效+混音」三段工序合一，直接服务有声书/影视剧/播客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321808" y="1801368"/>
            <a:ext cx="100584" cy="137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1773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大会现场图（官方 PPT）</a:t>
            </a:r>
            <a:endParaRPr lang="en-US" sz="1050" dirty="0"/>
          </a:p>
        </p:txBody>
      </p:sp>
      <p:pic>
        <p:nvPicPr>
          <p:cNvPr id="28" name="Image 0" descr="/tmp/yq_voice/c_t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2029968"/>
            <a:ext cx="3566160" cy="18470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21808" y="39136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专场现场：Qwen-Audio-TTS 模型架构升级（官方 PPT 页）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8"/>
          <p:cNvSpPr/>
          <p:nvPr/>
        </p:nvSpPr>
        <p:spPr>
          <a:xfrm>
            <a:off x="228600" y="45445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从「语音合成能力」升级为「音频生产力工具」，且已进入第 4 代架构 —— 创作型场景是它明确的商业落点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Qwen-Audio-3.1-Realtime：全双工与开源实践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端到端全双工实时语音交互 · Realtime Harness 分层架构与开源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55080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全双工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交互范式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87768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87768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双工控制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0456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0456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41832"/>
            <a:ext cx="100584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9144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152144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2070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官方议题为「全双工实时语音交互技术与开源实践」：讲实时交互与 AudioLM 预训练，并专门介绍 Realtime Harness 分层架构及其开源。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01368"/>
            <a:ext cx="100584" cy="1371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17739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展开洞察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07568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范式变化：从「轮流说」到「边听边想边说」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28600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全双工意味着系统播报时仍持续听、并可就用户中途发言即时决策——这是语音交互从「对讲机」走向「对话」的分水岭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825496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技术关键：场景与语义感知的双工控制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303580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PPT 专列「场景和语义感知的双工控制」——不只靠声学 VAD，而用语义判断「用户是在打断还是在附和」，与我们的语义 VAD 同构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575304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开源实践：Realtime Harness 分层架构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378561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官方专页「Realtime Harness 分层架构介绍及开源」——运行时框架对外开放（区别于 ASR/TTS 的纯 API 形态），可直接参考与复现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321808" y="1801368"/>
            <a:ext cx="100584" cy="137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1773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大会现场图（官方 PPT）</a:t>
            </a:r>
            <a:endParaRPr lang="en-US" sz="1050" dirty="0"/>
          </a:p>
        </p:txBody>
      </p:sp>
      <p:pic>
        <p:nvPicPr>
          <p:cNvPr id="28" name="Image 0" descr="/tmp/yq_voice/c_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2029968"/>
            <a:ext cx="3566160" cy="18470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21808" y="39136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专场现场：Realtime Harness 分层架构介绍及开源 —— 官方已给出开源地址 github.com/Qwenlm/qwen-audio-agent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8"/>
          <p:cNvSpPr/>
          <p:nvPr/>
        </p:nvSpPr>
        <p:spPr>
          <a:xfrm>
            <a:off x="228600" y="45445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全双工 + 语义双工控制是下一个竞争焦点，且官方以「开源 Harness」推进生态 —— 这是我们最该对标的公开参照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对本项目的直接意义：语义双工控制被官方确认为关键技术路径，且有开源实现可对照 —— 自研语义 VAD 的方向得到业界验证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行业落地：语音大模型走进真实业务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专场下半场 · 客户实践（15:00-16:15）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55080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行业客户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87768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87768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队友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0456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0456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41832"/>
            <a:ext cx="100584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9144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152144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2070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专场下半场由客户讲实践：得到（大脑 526）、网易雷火（游戏）、人民日报社（媒体）、广汽（座舱）、容联云（Voice Agent），覆盖知识/游戏/媒体/车载/客服五大场景。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01368"/>
            <a:ext cx="100584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17739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展开洞察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07568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网易雷火：游戏里的语音指挥与实时对话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28600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《永劫无间》手游「AI 队友」用语音指挥与实时对话；《逆水寒》做声音捏脸（由声音生成角色形象）与翻拍语音——游戏是语音交互最激进的应用场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825496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得到大脑 526：从「记录」到「个人上下文」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303580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官方口径「用户不是在记会议，而是在记录自己的人生」（300万+ 用户）——语音转写正从工具变成个人知识资产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8646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575304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媒体与车载：全场景交互 + 座舱新范式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378561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人民日报社新媒体中心讲「智能音频在媒体客户端的全场景交互创新」；广汽讲「大模型时代的座舱语音新范式」——语音成为终端第一交互面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321808" y="1801368"/>
            <a:ext cx="100584" cy="137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1773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大会现场图（官方 PPT）</a:t>
            </a:r>
            <a:endParaRPr lang="en-US" sz="1050" dirty="0"/>
          </a:p>
        </p:txBody>
      </p:sp>
      <p:pic>
        <p:nvPicPr>
          <p:cNvPr id="28" name="Image 0" descr="/tmp/yq_voice/c_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2029968"/>
            <a:ext cx="3566160" cy="18470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21808" y="39136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专场现场：网易雷火《永劫无间》手游 AI 队友 —— 语音指挥与实时对话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8"/>
          <p:cNvSpPr/>
          <p:nvPr/>
        </p:nvSpPr>
        <p:spPr>
          <a:xfrm>
            <a:off x="228600" y="45445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落地路径已清晰：游戏先行（交互密度最高）→ 知识/媒体沉淀数据 → 车载/客服走向规模化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总结：语音的三个趋势，与对我们的四条启发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云栖大会「千问语音大模型」专场 · 趋势判断 + 自研方向映射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55080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87768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87768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0456" y="91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0456" y="438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系列/模型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41832"/>
            <a:ext cx="100584" cy="137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9144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未来趋势（三条）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170432"/>
            <a:ext cx="48646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21615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趋势一 · 语音从「转写管道」走向「全双工交互」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1444752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的「边听边想边说」+ 官方专列的「场景和语义感知的双工控制」，指向：语音不再是 ASR→LLM→TTS 的串行管道，而是持续双向的实时会话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48646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05740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趋势二 · 能力分层：识别/合成上云，运行时框架开源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286000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ASR（五款）与 TTS 经阿里云百炼以 API 提供；而 Realtime 以「Harness 分层架构开源」推进生态——开源与否按「能力的商品化程度」区分，越靠近运行时框架越倾向开放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852928"/>
            <a:ext cx="48646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89864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趋势三 · 语音模型与硬件深度绑定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3127248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 A2 / Eva / AI 眼镜 / 钉钉耳机，加上广汽座舱——语音的竞争从「模型指标」转向「入口占有」，硬件是它选定的载体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21808" y="941832"/>
            <a:ext cx="100584" cy="1371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5477256" y="9144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对我们的启发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21808" y="1170432"/>
            <a:ext cx="35661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2070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直接对标物已明确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140817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Realtime（全双工 + 语义双工控制）可作为自研系统的功能基准，且官方开源 Harness 可对照复现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321808" y="1810512"/>
            <a:ext cx="35661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847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语义 VAD 路线被业界确认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40680" y="20482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官方专列「场景和语义感知的双工控制」——不做纯声学 VAD，而用语义判断打断/附和，与我们的语义 VAD 路线同构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321808" y="2450592"/>
            <a:ext cx="35661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4871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时延指标口径可对齐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40680" y="26883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「说完→开始播」与「模型时延」两套口径业界同在——我们的双指标定义有外部参照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5321808" y="3090672"/>
            <a:ext cx="35661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1272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端侧入口是下一战场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680" y="332841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四类硬件同步承接语音能力——若做产品化，端侧形态（随身/穿戴）优先于纯 Web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45445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一句话结论：云栖把语音从「感知能力」升级为「交互入口」——全双工是分水岭，语义双工控制是关键技术，端侧硬件是载体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 云栖大会「千问语音大模型」专场官方回放（云栖官网 agendaId=146，逐帧提取）+ 官方发布内容；截图均取自该专场现场 PPT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2026-10-09T11:58:00Z</dcterms:created>
  <dcterms:modified xsi:type="dcterms:W3CDTF">2026-10-09T11:58:00Z</dcterms:modified>
</cp:coreProperties>
</file>