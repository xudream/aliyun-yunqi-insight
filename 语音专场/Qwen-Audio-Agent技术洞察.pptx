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Qwen-Audio-Agent：Voice Agent Harness 分层运行时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56032" y="43891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 Agent Harness 分层运行时 · 任务状态机 × 记忆分层 · 千问语音大模型专场（9/23）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309360" y="73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420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251192" y="73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51192" y="420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状态机(内)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193024" y="73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93024" y="420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记忆权威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74320" y="896112"/>
            <a:ext cx="8595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932688"/>
            <a:ext cx="8339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一句话定位：Qwen-Audio-Agent 的核心不是一个语音模型，而是一套运行时（Harness）——Realtime 前台保持交流，后台 Agent 异步推进复杂工作，用「任务下沉 / 结果回流」把一次对话变成可持续执行的任务。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463040"/>
            <a:ext cx="50292" cy="23774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444752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755648"/>
            <a:ext cx="2798064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80136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Voice Agent Harness 三层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84048" y="2029968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实时前台：Qwen Audio Realtime（含 TTS/ASR/Interrupt 子模块）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网关协调：Voice Gateway+TaskManager · Backend Agent Adapter（隔离 Agent 协议）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持久执行：独立 Backend Session + Tools/Workspace（支撑长任务）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27980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3522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持续对话流：前后台双轨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384048" y="316382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 5 步：提出需求 → 即时理解回应 → 异步执行 → 对话继续 → 结果回到会话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 4 步：任务管理 → 后端适配 → Agent 执行 → 状态与结果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279806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9476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两个关键连接（解耦点）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84048" y="4023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任务下沉：复杂任务从对话流转入后台异步执行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结果回流：后台完成回到会话，语音汇报并确认下一步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10128" y="1463040"/>
            <a:ext cx="50292" cy="23774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3419856" y="1444752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 Key Tech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1755648"/>
            <a:ext cx="2798064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180136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任务状态机（内 9 态 / 外 6 态）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3419856" y="2029968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主链：queued → running → delegated → finalizing → completed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分支：cancelling → cancelled ；failed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对外只暴露 6 态；未开的帧直接 cancelled，不经过 cancelling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10128" y="2889504"/>
            <a:ext cx="27980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293522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记忆分层与权威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3419856" y="316382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层：PROMPT.md（协议/权限/安全边界）&gt; ASSISTANT.md（人设）&gt; user（长期偏好）&gt; memory（仅参照）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冲突优先级：核心规则 &gt; 技能需求 &gt; 用户偏好 &gt; 助手人设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10128" y="3749040"/>
            <a:ext cx="279806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9856" y="379476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读写机制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3419856" y="4023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按需读取：memory（读写）/ recall（摘要+状态）/ knowledge（只读 locator）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自动写入：摘要落盘 · 精简链路 · 审计留痕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345936" y="1463040"/>
            <a:ext cx="50292" cy="23774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1444752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官方流程图 + 落地</a:t>
            </a:r>
            <a:endParaRPr lang="en-US" sz="1100" dirty="0"/>
          </a:p>
        </p:txBody>
      </p:sp>
      <p:pic>
        <p:nvPicPr>
          <p:cNvPr id="37" name="Image 0" descr="/tmp/yq_voice/agent/img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36" y="1755648"/>
            <a:ext cx="2798064" cy="144932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345936" y="3218688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PPT：一个持续对话流示例 —— 前台保持交流，后台异步推进复杂工作</a:t>
            </a:r>
            <a:endParaRPr lang="en-US" sz="630" dirty="0"/>
          </a:p>
        </p:txBody>
      </p:sp>
      <p:sp>
        <p:nvSpPr>
          <p:cNvPr id="39" name="Shape 36"/>
          <p:cNvSpPr/>
          <p:nvPr/>
        </p:nvSpPr>
        <p:spPr>
          <a:xfrm>
            <a:off x="6345936" y="3456432"/>
            <a:ext cx="279806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55664" y="350215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860" dirty="0"/>
          </a:p>
        </p:txBody>
      </p:sp>
      <p:sp>
        <p:nvSpPr>
          <p:cNvPr id="41" name="Text 38"/>
          <p:cNvSpPr/>
          <p:nvPr/>
        </p:nvSpPr>
        <p:spPr>
          <a:xfrm>
            <a:off x="6455664" y="3730752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工作助理 · 智能座舱 · 客户服务（3 类场景）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6345936" y="4005072"/>
            <a:ext cx="279806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55664" y="405079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860" dirty="0"/>
          </a:p>
        </p:txBody>
      </p:sp>
      <p:sp>
        <p:nvSpPr>
          <p:cNvPr id="44" name="Text 41"/>
          <p:cNvSpPr/>
          <p:nvPr/>
        </p:nvSpPr>
        <p:spPr>
          <a:xfrm>
            <a:off x="6455664" y="4279392"/>
            <a:ext cx="257860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github.com/Qwenlm/qwen-audio-agent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6" name="Text 43"/>
          <p:cNvSpPr/>
          <p:nvPr/>
        </p:nvSpPr>
        <p:spPr>
          <a:xfrm>
            <a:off x="228600" y="45262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洞察结论：Qwen-Audio-Agent 的技术重心不在语音模型，而在「运行时三件套」——分层 Harness（前后台解耦）+ 任务状态机（内 9 态 / 外 6 态）+ 分层记忆（4 级权威 + 按需读取）；语音助手由此从「问答机器人」转向「可托管任务的语音 Agent」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228600" y="479145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44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 云栖大会「千问语音大模型」专场官方回放（agendaId=146）逐帧提取，内容与配图均取自现场官方 PPT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2026-10-10T09:48:48Z</dcterms:created>
  <dcterms:modified xsi:type="dcterms:W3CDTF">2026-10-10T09:48:48Z</dcterms:modified>
</cp:coreProperties>
</file>