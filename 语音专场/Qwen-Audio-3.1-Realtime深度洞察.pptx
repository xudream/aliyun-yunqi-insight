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256032" y="548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Qwen-Audio-3.1-Realtime：全双工实时语音交互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" y="438912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端到端全双工 · Voice Agent Harness 分层运行时 · 千问语音大模型专场（9/23）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309360" y="73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09360" y="420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架构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7251192" y="73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251192" y="420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落地场景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8193024" y="7315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93024" y="4206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274320" y="896112"/>
            <a:ext cx="859536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932688"/>
            <a:ext cx="8339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一句话定位：Realtime 不是单个模型，而是「多模型 + 分层运行时」的组合——前台实时语音模型 + 多个后台 Agent 模型（Harness 调度），训练侧再由 4 个专家模型汇聚成 Main AudioLM。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481328"/>
            <a:ext cx="50292" cy="23774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14630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755648"/>
            <a:ext cx="279806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18013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Voice Agent Harness 三层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384048" y="2029968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实时前台：Qwen Audio Realtime（含 TTS/ASR/Interrupt 子模块，非阻塞交互）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网关协调：Voice Gateway+TaskManager · Backend Agent Adapter · 确定性路由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持久执行：独立 Backend Session + Tools/Workspace（支撑长任务）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27980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3522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AudioLM 后训练：多专家汇聚（非单模型）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384048" y="316382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 Domain Experts：音频理解 / Agentic / 共情&amp;角色 / 口语&amp;安全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Core-Cocktail SFT 保文本 → Multi-Teacher OPD 汇聚为 Main AudioLM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3749040"/>
            <a:ext cx="279806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79476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C5C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双工技术路线：级联 → 端到端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84048" y="4023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规则级联 → LLM 级联 → S2T+CTTS → AudioDuplex+CTTS → Duplex S2S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趋势：显式模块链接 → 文本语义中转 → 语义异构解耦 → 端到端耦合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310128" y="1481328"/>
            <a:ext cx="50292" cy="23774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3419856" y="14630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Scenarios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1755648"/>
            <a:ext cx="279806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9856" y="18013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工作助理 · 多步骤执行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3419856" y="2029968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表达需求（「会议提前，帮我调整安排」）→ 前台确认（澄清时间/对象/优先级）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后台执行（查日程·整理材料·创建任务）→ 结果回流（汇报变化并等待确认）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10128" y="2889504"/>
            <a:ext cx="27980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9856" y="293522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智能座舱 · 多人鲁棒性</a:t>
            </a:r>
            <a:endParaRPr lang="en-US" sz="860" dirty="0"/>
          </a:p>
        </p:txBody>
      </p:sp>
      <p:sp>
        <p:nvSpPr>
          <p:cNvPr id="31" name="Text 29"/>
          <p:cNvSpPr/>
          <p:nvPr/>
        </p:nvSpPr>
        <p:spPr>
          <a:xfrm>
            <a:off x="3419856" y="316382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持续感知（噪声·乘员·行驶场景）→ 语义判断（识别指向·意图·紧急度）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安全执行（导航·车控·服务调用）→ 适时反馈（简洁播报，减少驾驶干扰）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310128" y="3749040"/>
            <a:ext cx="279806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19856" y="379476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客户服务 + 角色扮演</a:t>
            </a:r>
            <a:endParaRPr lang="en-US" sz="860" dirty="0"/>
          </a:p>
        </p:txBody>
      </p:sp>
      <p:sp>
        <p:nvSpPr>
          <p:cNvPr id="34" name="Text 32"/>
          <p:cNvSpPr/>
          <p:nvPr/>
        </p:nvSpPr>
        <p:spPr>
          <a:xfrm>
            <a:off x="3419856" y="4023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客户服务·知识与工具结合：双人沟通 → 上下文理解 → 后台核验 → 确认执行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口语角色扮演：口音与智商兼顾，简洁与情商兼顾（共情 Demo）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345936" y="1481328"/>
            <a:ext cx="50292" cy="23774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146304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 Results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45936" y="1755648"/>
            <a:ext cx="2798064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1801368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技术演进 5 代（官方脉络）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6455664" y="2029968"/>
            <a:ext cx="257860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Siri（指令入口）→ 小冰（对话对象）→ 小爱/天猫精灵（终端入口）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GPT-4o Realtime（实时伙伴）→ GPT Live（行动型 Agent）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螺旋式演进：从设备入口 → 持续在线的协作伙伴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345936" y="2889504"/>
            <a:ext cx="2798064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55664" y="2935224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能力三维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6455664" y="316382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交互性：低时延 · 准确 · 打断与轮转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情绪价值：共情 · 语气 · 情感 · 口语与角色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Agentic：工具调用与任务协同（模型直供自然交互，Harness 承载长任务）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345936" y="3749040"/>
            <a:ext cx="2798064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EBF0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55664" y="3794760"/>
            <a:ext cx="2578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E76F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评测与开源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6455664" y="4023360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 Bench 评测：共情 / 人设（雷达对比）</a:t>
            </a:r>
            <a:endParaRPr lang="en-US" sz="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00" dirty="0">
                <a:solidFill>
                  <a:srgbClr val="2D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Harness：github.com/Qwenlm/qwen-audio-agent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" y="4535424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结论：Realtime 的护城河不在「模型指标」而在「Harness 运行时」——语义双工控制（判断打断 or 附和）+ 状态与记忆管理 + 后台任务生命周期，三者共同构成可长期在线的语音 Agent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28600" y="479145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441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数据来源：2026 云栖大会「千问语音大模型」专场官方回放（agendaId=146）逐帧提取，内容均取自现场官方 PPT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2026-10-10T09:25:10Z</dcterms:created>
  <dcterms:modified xsi:type="dcterms:W3CDTF">2026-10-10T09:25:10Z</dcterms:modified>
</cp:coreProperties>
</file>